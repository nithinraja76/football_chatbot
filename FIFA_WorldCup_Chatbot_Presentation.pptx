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255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🏆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286000" y="5029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FIFA World Cup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Chatbot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BEC5"/>
                </a:solidFill>
              </a:rPr>
              <a:t>RAG-Powered Conversational AI for World Cup History &amp; Predictions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LangChain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8803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LangGraph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8803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Pinecone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28803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OpenAI GPT-4o-mini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28803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0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B300"/>
                </a:solidFill>
              </a:rPr>
              <a:t>Data: 1872 – 2025  |  49,016 International Matches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Ragul Narayanan Magesh | Yashwanth Kumar Reddy | Nithin Arumugam Raja  ·  Northeastern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300"/>
                </a:solidFill>
              </a:rPr>
              <a:t>Conversational AI for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B300"/>
                </a:solidFill>
              </a:rPr>
              <a:t>World Cup Insights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Instead of relying on the LLM's training data alone, this chatbot retrieves real match data from a vector database to answer questions — a production-grade RAG pipeline.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 anything about: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3749040" cy="310896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⚽  Match results &amp; goalscorers (1930–2022)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090672"/>
            <a:ext cx="3749040" cy="310896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📊  Team statistics &amp; all-time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438144"/>
            <a:ext cx="3749040" cy="310896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🔮  Match predictions with H2H charts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85616"/>
            <a:ext cx="3749040" cy="310896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03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🌍  2026 World Cup preview &amp; qualified teams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133088"/>
            <a:ext cx="3749040" cy="310896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🌐  Multi-language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777240"/>
            <a:ext cx="4297680" cy="40233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868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CD4"/>
                </a:solidFill>
              </a:rPr>
              <a:t>Try Asking…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091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"Who scored in the 2014 WC semifinal?"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6642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</a:rPr>
              <a:t>→ match_retrieval_tool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039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"How many WCs has Brazil won?"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</a:rPr>
              <a:t>→ team_stats_tool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6609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"Predict Argentina vs France"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29077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</a:rPr>
              <a:t>→ match_prediction_tool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282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"What about their last World Cup meeting?"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529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</a:rPr>
              <a:t>→ Memory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044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"Who qualified for 2026?"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41513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</a:rPr>
              <a:t>→ wc2026_tool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9456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2011680" cy="6400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Selection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06324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2011680" cy="64008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Pinecone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Vector 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93192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2011680" cy="64008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GPT-4o-mini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777240"/>
            <a:ext cx="6126480" cy="42519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8686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</a:rPr>
              <a:t>5 Specialized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80360" y="1371600"/>
            <a:ext cx="109728" cy="5029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3240" y="1371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match_retrieval_tool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1600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Searches worldcup-matches index → scores, goalscorers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80360" y="2029968"/>
            <a:ext cx="109728" cy="50292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63240" y="20299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</a:rPr>
              <a:t>team_stats_tool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63240" y="225856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Searches worldcup-team-stats → wins, records, top scorers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2688336"/>
            <a:ext cx="109728" cy="50292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63240" y="26883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</a:rPr>
              <a:t>head_to_head_tool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63240" y="291693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Searches all 49K intl matches → H2H stats &amp; recent 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80360" y="3346704"/>
            <a:ext cx="109728" cy="50292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63240" y="33467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match_prediction_tool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63240" y="3575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GPT + H2H data → 3-para preview + Plotly bar chart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4005072"/>
            <a:ext cx="109728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63240" y="40050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wc2026_tool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63240" y="423367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Searches worldcup-2026 → qualified teams, host cities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80360" y="4663440"/>
            <a:ext cx="5943600" cy="2743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0" y="468172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00"/>
                </a:solidFill>
              </a:rPr>
              <a:t>+ Memory: MemorySaver (session) + JSON preferences (persistent across sessions)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DATA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011680" cy="777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results.csv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49,016 intl matches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1872–2025 (Kaggle)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731520"/>
            <a:ext cx="2011680" cy="77724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41448" y="749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goalscorers.csv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41448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~1M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Goal scorer details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731520"/>
            <a:ext cx="2011680" cy="77724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749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shootouts.csv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54296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665 shootouts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Penalty winners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67144" y="731520"/>
            <a:ext cx="2011680" cy="77724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67144" y="749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Wikipedia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67144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~50 facts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Scraped + cached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859536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1828800"/>
            <a:ext cx="411480" cy="41148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18470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Name Normalization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2697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former_names.csv maps old → current names.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"West Germany" → "Germany"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41448" y="1828800"/>
            <a:ext cx="411480" cy="41148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41448" y="18470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41448" y="23317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32888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Filter &amp; Enrich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32888" y="2697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Isolate FIFA WC matches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Merge scorers &amp; shootout winners.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1828800"/>
            <a:ext cx="411480" cy="41148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54296" y="18470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54296" y="23317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45736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Hybrid Documents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45736" y="2697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Each match = NL text + structured metadata.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Enables semantic + exact filtering.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67144" y="1828800"/>
            <a:ext cx="411480" cy="41148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67144" y="18470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67144" y="2331720"/>
            <a:ext cx="2011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58584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Embed &amp; Store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58584" y="2697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text-embedding-3-small → 1536-dim vectors.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Batched upload to 4 Pinecone indexes.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840480"/>
            <a:ext cx="8686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4 Pinecone Indexes  (AWS us-east-1 · cosine similarity · 1536 dims)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" y="4206240"/>
            <a:ext cx="2011680" cy="59436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2336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worldcup-matches (~850 docs)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4206240"/>
            <a:ext cx="2011680" cy="59436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14600" y="42336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international-matches (~49K docs)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4206240"/>
            <a:ext cx="2011680" cy="59436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42336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worldcup-team-stats (~80 docs)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66560" y="4206240"/>
            <a:ext cx="2011680" cy="59436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12280" y="42336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worldcup-2026 (~50 docs)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LANGGRAPH ReAct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5303520" cy="42062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</a:rPr>
              <a:t>ReAct Loop — Predict Argentina vs France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914400" cy="329184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"Predict Argentina vs France"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914400" cy="32918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673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 need H2H data before predicting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914400" cy="329184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084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head_to_head_tool('Argentina vs France')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914400" cy="329184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496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W12 / D8 / L9 • Last 5 meetings…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914400" cy="32918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907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Now generate the prediction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291840"/>
            <a:ext cx="914400" cy="329184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2918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19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match_prediction_tool('Argentina vs France')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914400" cy="329184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730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3-paragraph preview + Plotly H2H chart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731520"/>
            <a:ext cx="310896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97880" y="822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Why LangGraph?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97880" y="1188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LangChain 1.x removed the old AgentExecutor. LangGraph is the modern replacement with full multi-step reasoning and tool orchestration.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2788920"/>
            <a:ext cx="3108960" cy="21488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9788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Memory System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97880" y="329184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Session Memory: MemorySaver + thread_id keeps conversation context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822192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3776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Follow-ups work: 'What about their last WC meeting?' — no need to repeat team names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4352544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43068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Persistent Prefs: Language, favorite team, detail level  saved to JSON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DEMO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937760" cy="42062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</a:rPr>
              <a:t>Demo Script (6-Minute Walkthrough)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"Who scored in the 2014 WC semifinal — Germany vs Brazil?"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Shows match_retrieval_tool + scorer enrichment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"How many World Cups has Brazil won and who are their top scorers?"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Shows team_stats_tool + pre-computed stats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"Predict Argentina vs France"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Full prediction chain + Plotly H2H bar chart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"What about their last World Cup meeting?"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23697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Proves memory — no team names needed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"Which teams have qualified for 2026?"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039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Shows wc2026_tool + scraped Wikipedia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4663440" cy="50292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1330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"Set language to Spanish → ask a question"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3708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</a:rPr>
              <a:t>→ Shows personalization system working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731520"/>
            <a:ext cx="3474720" cy="210312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3212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Streamlit Cloud Deployment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1. Push app.py + requirements.txt to GitHub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2. Connect repo at share.streamlit.io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3. Add API keys as secrets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4. Deploy → permanent shareable URL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94960" y="2971800"/>
            <a:ext cx="34747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Two UI Modes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32120" y="3456432"/>
            <a:ext cx="320040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3474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Colab Notebook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685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ipywidgets chat — runs in-notebook, reads from CSV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32120" y="4096512"/>
            <a:ext cx="320040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23560" y="4114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Streamlit Web 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43251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Deployed cloud app — reads from Pinecone only, no CSVs needed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C853"/>
                </a:solidFill>
              </a:rPr>
              <a:t>WHAT MAKES THIS PROJECT STRONG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Real Data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Not just prompting GPT — processes 4 Kaggle CSV files, normalizes team names across 150 years of history, and enriches every match with goalscorers and penalty results.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77724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788920" cy="384048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Hybrid RAG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Every document has both natural language (for semantic search) and structured metadata (for exact filtering). Best of both worlds — meaning AND precision.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77724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17336" y="777240"/>
            <a:ext cx="2788920" cy="384048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8776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Production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8776" y="123444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Pinecone cloud vector DB, LangGraph agents, Streamlit deployment. The same stack used in industry-grade AI applications.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88920" cy="384048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9169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Full Memory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33756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Session memory preserves conversation context. JSON-based persistent preferences survive across sessions. Personalization that actually 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72968" y="2880360"/>
            <a:ext cx="278892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29169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Responsible 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333756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Wikipedia scraping with 2-second rate limits and local HTML caching. Score thresholds and graceful fallbacks — chatbot never crashes or silently hallucinates.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7336" y="2880360"/>
            <a:ext cx="2788920" cy="19202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17336" y="2880360"/>
            <a:ext cx="2788920" cy="384048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08776" y="29169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Interactive Visualizations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3337560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Plotly H2H bar charts generated and rendered inline — not just text answers. Match predictions come with data-driven visual context.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0" y="274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🏆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B300"/>
                </a:solidFill>
              </a:rPr>
              <a:t>FIFA World Cup Analyst Chatbot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LangChain · LangGraph · Pinecone · OpenAI · Streamlit  |  Data: 1872–2025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Ragul Narayanan Magesh  ·  MS Data Analytics Engineering  ·  Northeastern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</a:rPr>
              <a:t>nithinraja76/football_chatbot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981</Words>
  <Application>Microsoft Office PowerPoint</Application>
  <PresentationFormat>On-screen Show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Analyst Chatbot</dc:title>
  <dc:subject>PptxGenJS Presentation</dc:subject>
  <dc:creator>Ragul Narayanan Magesh</dc:creator>
  <cp:lastModifiedBy>Nithin Arumugam Raja</cp:lastModifiedBy>
  <cp:revision>2</cp:revision>
  <dcterms:created xsi:type="dcterms:W3CDTF">2026-03-01T21:53:06Z</dcterms:created>
  <dcterms:modified xsi:type="dcterms:W3CDTF">2026-03-01T22:29:54Z</dcterms:modified>
</cp:coreProperties>
</file>